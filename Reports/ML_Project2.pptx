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6"/>
  </p:notesMasterIdLst>
  <p:sldIdLst>
    <p:sldId id="268" r:id="rId6"/>
    <p:sldId id="269" r:id="rId7"/>
    <p:sldId id="267" r:id="rId8"/>
    <p:sldId id="266" r:id="rId9"/>
    <p:sldId id="265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26"/>
  </p:normalViewPr>
  <p:slideViewPr>
    <p:cSldViewPr snapToGrid="0">
      <p:cViewPr varScale="1">
        <p:scale>
          <a:sx n="121" d="100"/>
          <a:sy n="121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E7DBA-D766-9F4C-965B-8506795DAEB0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92E58-BBB4-6640-954F-9C48F1F500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75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095852CB-CCFF-2BC1-2FFC-D01E7FAD9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3399182" y="487015"/>
            <a:ext cx="5367131" cy="536713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C0D4680-9470-43F0-7435-C10864504E2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8A2CA0-7D22-17AA-1699-B9521897470E}"/>
              </a:ext>
            </a:extLst>
          </p:cNvPr>
          <p:cNvSpPr txBox="1"/>
          <p:nvPr userDrawn="1"/>
        </p:nvSpPr>
        <p:spPr>
          <a:xfrm>
            <a:off x="0" y="6492875"/>
            <a:ext cx="479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Béguelin Laurent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D25900-618B-F7BF-F93B-F63C5CA7A476}"/>
              </a:ext>
            </a:extLst>
          </p:cNvPr>
          <p:cNvSpPr txBox="1"/>
          <p:nvPr userDrawn="1"/>
        </p:nvSpPr>
        <p:spPr>
          <a:xfrm>
            <a:off x="4075044" y="6490771"/>
            <a:ext cx="469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 err="1">
                <a:solidFill>
                  <a:schemeClr val="bg1"/>
                </a:solidFill>
              </a:rPr>
              <a:t>Sustainable</a:t>
            </a:r>
            <a:r>
              <a:rPr lang="fr-FR" sz="1800" dirty="0">
                <a:solidFill>
                  <a:schemeClr val="bg1"/>
                </a:solidFill>
              </a:rPr>
              <a:t> Project [ PROJ-H415]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90FC83-CCE2-F775-6361-9677745390F5}"/>
              </a:ext>
            </a:extLst>
          </p:cNvPr>
          <p:cNvSpPr txBox="1"/>
          <p:nvPr userDrawn="1"/>
        </p:nvSpPr>
        <p:spPr>
          <a:xfrm>
            <a:off x="11280913" y="6492875"/>
            <a:ext cx="274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A4281B5-5AFF-9C41-875B-7B48AAAA8DD3}" type="slidenum">
              <a:rPr lang="fr-FR" smtClean="0">
                <a:solidFill>
                  <a:schemeClr val="bg1"/>
                </a:solidFill>
              </a:rPr>
              <a:t>‹N°›</a:t>
            </a:fld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C59D7F1-4D31-DD3F-0A08-5D4908C6EE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169504" cy="1169504"/>
          </a:xfrm>
          <a:prstGeom prst="rect">
            <a:avLst/>
          </a:prstGeom>
        </p:spPr>
      </p:pic>
      <p:pic>
        <p:nvPicPr>
          <p:cNvPr id="17" name="Image 16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0FEAA03B-F5F1-80AB-09E1-AEFEE789AC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22496" y="4415"/>
            <a:ext cx="1169504" cy="116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095852CB-CCFF-2BC1-2FFC-D01E7FAD9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10744200" y="5080624"/>
            <a:ext cx="1408044" cy="14080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7DBD9E-3605-4BC7-2D3E-6A864B63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634" y="63782"/>
            <a:ext cx="9597887" cy="88291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D4680-9470-43F0-7435-C10864504E2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8A2CA0-7D22-17AA-1699-B9521897470E}"/>
              </a:ext>
            </a:extLst>
          </p:cNvPr>
          <p:cNvSpPr txBox="1"/>
          <p:nvPr userDrawn="1"/>
        </p:nvSpPr>
        <p:spPr>
          <a:xfrm>
            <a:off x="0" y="6492875"/>
            <a:ext cx="479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Béguelin Laurent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D25900-618B-F7BF-F93B-F63C5CA7A476}"/>
              </a:ext>
            </a:extLst>
          </p:cNvPr>
          <p:cNvSpPr txBox="1"/>
          <p:nvPr userDrawn="1"/>
        </p:nvSpPr>
        <p:spPr>
          <a:xfrm>
            <a:off x="4036942" y="6496425"/>
            <a:ext cx="469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 err="1">
                <a:solidFill>
                  <a:schemeClr val="bg1"/>
                </a:solidFill>
              </a:rPr>
              <a:t>Sustainable</a:t>
            </a:r>
            <a:r>
              <a:rPr lang="fr-FR" sz="1800" dirty="0">
                <a:solidFill>
                  <a:schemeClr val="bg1"/>
                </a:solidFill>
              </a:rPr>
              <a:t> Project [PROJ-H415]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90FC83-CCE2-F775-6361-9677745390F5}"/>
              </a:ext>
            </a:extLst>
          </p:cNvPr>
          <p:cNvSpPr txBox="1"/>
          <p:nvPr userDrawn="1"/>
        </p:nvSpPr>
        <p:spPr>
          <a:xfrm>
            <a:off x="11280913" y="6492875"/>
            <a:ext cx="274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A4281B5-5AFF-9C41-875B-7B48AAAA8DD3}" type="slidenum">
              <a:rPr lang="fr-FR" smtClean="0">
                <a:solidFill>
                  <a:schemeClr val="bg1"/>
                </a:solidFill>
              </a:rPr>
              <a:t>‹N°›</a:t>
            </a:fld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E4F9942A-9D2C-294B-594A-93D40CA124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169504" cy="116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9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451DD-0CA9-CF2E-4D8D-7DCAA38F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843788-463A-07FA-18DD-5ED2CAA7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0673B0-63B7-468C-6537-7C449D27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23B351-4407-382B-0CF3-95D13E55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26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6A2F28-EDA9-DC54-A8EA-853E25425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08DC6C-533E-EB3E-EF2B-F6ACD862A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4EEDB7-50A8-D0E3-44A5-6CE66060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51119E-92D0-88B4-EFFB-52366700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EB4C3C-67D5-2303-405C-6D1085F5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201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6E1F5-75A3-061A-152B-2330F61D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51EC0-D545-0589-2FFB-C45F30CD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F0339D-F0B1-1151-842F-3BDF0F60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756CFD-5D05-0508-5061-50D1AF3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6B2645-58EC-9F4A-73C8-4BB88FC3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29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2CD0E-7D7C-875E-3BF2-A381D8D1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3912BE-C862-7437-B2D6-EC2929D50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EA92E3-3DAB-C41F-425E-A0A70FE5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A61C1-B964-0107-CC1E-6CEF07F39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0ED36D-2E41-D935-D712-81FAD6AE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45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3D27F-F313-9DF6-94EC-82A8BD9A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04F20-CC66-FDF1-ACE4-E22643B8B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FD0A79-C72F-4B5C-DA1B-DAE7428B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C6D50C-A402-B53C-CD74-4DCA5C1D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5CF048-2D3D-5AA7-F4C4-DEB16DD9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60C918-9394-DC69-0C8D-B4054542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38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2312B-2499-85F1-792D-E08F1BDE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F1FE4D-CF4C-2F58-6EDC-DB5E76AC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24AB03-DF42-1537-03D0-8876713B6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B11E59B-A1BD-07AC-191D-A19F6109B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C6ADD9-0F3F-3C71-87B9-30A7E64C7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9D97DD-83AA-453E-77A0-4BA14789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95D1C5-7B69-CCBB-2AD0-B0F098B9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0BC98D-BB40-0733-7F49-81854352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84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B2687-D274-66BD-E95B-260424BE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DAAD03-D243-5030-9CB8-E316023C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DD7DB3-CA47-E39A-6D52-428A99A20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8417B2-9DD3-798F-0C06-2B4CA69C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16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595121-2463-F62D-04DD-72B497E7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C98F56-9282-07A2-F307-0D009EAB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053DBA-BC6D-D0AA-184B-BFD07E5F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41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EF2EFB-7E74-F5E6-22DE-130D2E66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2F213-1ED4-C49E-BEE0-35CF3EC11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5F979E-583F-7F2B-6196-0D076671B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3A9736-623A-2919-67EC-F32BCA9B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09477F-A751-4E34-FB20-CB51B128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30F19A-DB6F-5815-76C9-4FA7F585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402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21332-ABAA-0862-C849-F4626B0D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62C019-855B-EB9C-D071-59F5AC4D5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B8D3C1-DE27-2B34-C3A4-E51E911D4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74EA16-AD65-3FA9-8B6A-03AEEAF5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8EA67-8372-1240-5EDF-36AA908D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C10776-50C9-97B7-4B4A-2D12506B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686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E7D06-B55A-7C22-F85D-3FE5C623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C6EABD-E0C1-E667-B52C-4BAA7FB41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9BD2A-1EA7-E451-E776-99F8DF39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055CE6-E7D9-305D-A1B6-C83D82DE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19088D-E868-B464-8443-061F4DC5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837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9E94A4-5827-A314-A263-1CFD85B58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EE10EA-1694-19D8-F69E-72A275E46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F05FBB-4D9E-891F-64D5-7221E601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9E8296-AD9C-78E8-AC1B-4CD4707F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BB8C29-35DE-383D-7042-A6DFE079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113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9CA59-E992-CEBF-75EF-A981DFA4F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B778D2-F7D9-4C52-80F7-CE934088C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CC995B-EBD0-D0F0-B1BA-659FB290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33C6EA-D40B-8F33-E8EF-FCD09CFF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6A14D-FD86-0B1F-F12E-BD7C1792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729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CC064-095F-7BE1-393B-12130478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76A0AC-9410-C3B2-83E1-2AAD502A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ED25B3-B2FB-8DAD-1CEB-17251C40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A9054E-36AC-1F71-ADD9-CD9CEB0C8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105966-BB36-6EA6-B4F1-FE85696D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766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E6C1B-B2FE-3EF9-DC4B-9CFBF064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72A9C6-2A87-C2E5-FE84-DE0FA44E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EE13D5-E77B-9C9E-D1B0-C3A79C83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BB0371-6216-3C96-AC33-C22B0012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249E29-E22F-19CF-6DCF-E8680582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317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9EA00-7F08-F9E7-3B87-A2A7D59E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FC2A89-A81D-55C6-FA07-7993EEA0B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099FB5-FFE1-CA23-DCD9-11B71A57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B793E6-67DF-986E-5A7F-802EDFE3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47DB24-7CB7-AA70-3C82-B176EEDF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38810A-360F-820F-005E-39F6969C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357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7FBA9-84EB-503D-3D34-6AA7F5CC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443713-EB42-4C83-D16E-8C3FD39E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6948FD-F97D-0068-CA93-115CD1BF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A02CF-34D0-343C-9D7E-6C96DE33A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3F58DC-857F-4751-7869-DF0E13854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F4D27A-7903-E54D-B190-4423BE8C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5E8A47-B4BA-F9FD-15E7-D5FAFA02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ADF05FD-E515-F974-D646-82B6C0FE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358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7E6A6F-6D57-66AE-B2BB-15557ABE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22FEDC-E8CC-0DE5-A5AA-8DFE5A5B5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685CB0-9B6C-D2B4-A41A-D4B893753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5AEF9A-2EBB-3F89-D147-08707070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124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77108E0-9258-A72A-3064-51787972D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2867E2-50A0-DDA7-ECC8-79A50318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532122-09C3-12CC-5344-CC1E9D48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10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9BD2FA-31E6-2155-2BC3-3FB707A3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E6BDF8-2702-1226-7B00-5F6B58F2F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22944D-6F82-4520-CCC7-E0A159C71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C39C4B-9839-3A16-D8AD-C5B23F77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8C5DDF-C794-74A0-25C8-482CF870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53D3ED-B40B-23F6-1CAA-EEA1B5E6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2713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FF53E-DABA-8E0C-7421-526FD2A8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6666E8-DE8B-139A-B813-D877444D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27B0E0-AA41-E8E5-4549-300B7D0B3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465D0A-09D3-9D2A-6D7F-20D85E8D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2787E6-8B98-6666-81E4-9D5C5A59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93BC90-CA30-0512-C2AB-4ACE1123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668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C7EBE-9D0E-D7CD-2B75-16B0C509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DD78D5-5CAC-69FA-CF37-E08F2F634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26341-7790-2264-CF47-9DF747FB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42B02-D14D-5878-A436-A3A6FBC0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741808-59F2-E06A-EAFF-36676E28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210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35F61CA-EE86-EE66-1D55-12C6429FB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04D14C-0DF9-68E9-D7C2-99EA14F31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B109C8-83E0-56C6-2A36-6F95CB01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8106B8-4AA3-FFDE-BDE3-A5937116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0761F6-F97B-EE1F-854C-214C4865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19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EE1413-5B0A-E888-8DB1-15849347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1D28FB-6554-7C45-31DB-FDD34636E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447B92-17FD-6E51-E018-0133CE021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BE"/>
              <a:t>20/06/2026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0907D0-64BE-C07F-C72B-FC3A66D20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Communication channels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29346E-FCAB-A8F3-67E4-F3F63DAFC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26C27-AD32-9440-B9A5-5D4D960C55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0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4F1496-4ACD-92BE-3AF3-09429B88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417A49-2EF1-307C-FB65-0FD2908F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F0EFDD-B968-2FB4-D53E-445A74888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1AB49-A3CE-FA4B-9354-29C7610CA9A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5A32BE-BE2C-F600-CBB1-06D102E1D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C30AA-5E89-5CED-D70A-1C269DCF2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41943-A708-9B43-B769-9B7521619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69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BC7DA6A-38C7-8605-55E3-3A5FFFC565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39786" y="1116020"/>
            <a:ext cx="9597887" cy="882913"/>
          </a:xfrm>
        </p:spPr>
        <p:txBody>
          <a:bodyPr>
            <a:normAutofit fontScale="90000"/>
          </a:bodyPr>
          <a:lstStyle/>
          <a:p>
            <a:r>
              <a:rPr lang="fr-FR" b="1" u="sng" dirty="0"/>
              <a:t>Machine </a:t>
            </a:r>
            <a:r>
              <a:rPr lang="fr-FR" b="1" u="sng" dirty="0" err="1"/>
              <a:t>learning</a:t>
            </a:r>
            <a:r>
              <a:rPr lang="fr-FR" b="1" u="sng" dirty="0"/>
              <a:t> for </a:t>
            </a:r>
            <a:r>
              <a:rPr lang="fr-FR" b="1" u="sng" dirty="0" err="1"/>
              <a:t>sustainablity</a:t>
            </a:r>
            <a:r>
              <a:rPr lang="fr-FR" b="1" u="sng" dirty="0"/>
              <a:t> in Engineering Applications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60802A8-5BA9-6B5E-46F3-3AAFF510F793}"/>
              </a:ext>
            </a:extLst>
          </p:cNvPr>
          <p:cNvSpPr txBox="1"/>
          <p:nvPr/>
        </p:nvSpPr>
        <p:spPr>
          <a:xfrm>
            <a:off x="1009650" y="3429000"/>
            <a:ext cx="300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Student</a:t>
            </a:r>
            <a:r>
              <a:rPr lang="fr-BE" dirty="0"/>
              <a:t> : </a:t>
            </a:r>
          </a:p>
          <a:p>
            <a:endParaRPr lang="fr-BE" dirty="0"/>
          </a:p>
          <a:p>
            <a:r>
              <a:rPr lang="fr-BE" dirty="0"/>
              <a:t>Béguelin Laurent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40FE0D-2B6F-0A66-4A12-C817228B143D}"/>
              </a:ext>
            </a:extLst>
          </p:cNvPr>
          <p:cNvSpPr txBox="1"/>
          <p:nvPr/>
        </p:nvSpPr>
        <p:spPr>
          <a:xfrm>
            <a:off x="9315450" y="3429000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Prof. Domenico Spina</a:t>
            </a:r>
          </a:p>
        </p:txBody>
      </p:sp>
    </p:spTree>
    <p:extLst>
      <p:ext uri="{BB962C8B-B14F-4D97-AF65-F5344CB8AC3E}">
        <p14:creationId xmlns:p14="http://schemas.microsoft.com/office/powerpoint/2010/main" val="4282977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E6D7D-3556-589E-8221-DB7635B181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2852" y="913937"/>
            <a:ext cx="9597887" cy="882913"/>
          </a:xfrm>
        </p:spPr>
        <p:txBody>
          <a:bodyPr>
            <a:noAutofit/>
          </a:bodyPr>
          <a:lstStyle/>
          <a:p>
            <a:r>
              <a:rPr lang="fr-FR" b="1" u="sng" dirty="0"/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99177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2A9584E-AAF3-7FA7-E7AC-409D9AD2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05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1CBEDC5-FCAE-7CAE-3F98-17CCD8B2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85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6B8AC41-FC29-1BAA-1D60-FB7EF215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59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5B8B17-85ED-4A45-C8E9-00AEBB74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138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8072B-6F65-2F7D-94A7-2C11625E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589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6B919-BDC6-3821-D639-39BB3ED5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58395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C7771-E9BE-D043-2637-DD41B7D3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835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3E829-8D3E-BD8D-E127-96196E88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507666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2C46D925E49F44A3A7D1873A97B5D4" ma:contentTypeVersion="16" ma:contentTypeDescription="Crée un document." ma:contentTypeScope="" ma:versionID="68e8b1b4145ed51fb9d8c7fe2c548f2a">
  <xsd:schema xmlns:xsd="http://www.w3.org/2001/XMLSchema" xmlns:xs="http://www.w3.org/2001/XMLSchema" xmlns:p="http://schemas.microsoft.com/office/2006/metadata/properties" xmlns:ns3="0a2ce581-c5dd-45df-8b73-807903296d66" xmlns:ns4="798d76dd-9c18-4727-ae09-19b623de6e33" targetNamespace="http://schemas.microsoft.com/office/2006/metadata/properties" ma:root="true" ma:fieldsID="c75a841b91cb356cb9bb9ab7d05f087e" ns3:_="" ns4:_="">
    <xsd:import namespace="0a2ce581-c5dd-45df-8b73-807903296d66"/>
    <xsd:import namespace="798d76dd-9c18-4727-ae09-19b623de6e3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ce581-c5dd-45df-8b73-807903296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d76dd-9c18-4727-ae09-19b623de6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2ce581-c5dd-45df-8b73-807903296d66" xsi:nil="true"/>
  </documentManagement>
</p:properties>
</file>

<file path=customXml/itemProps1.xml><?xml version="1.0" encoding="utf-8"?>
<ds:datastoreItem xmlns:ds="http://schemas.openxmlformats.org/officeDocument/2006/customXml" ds:itemID="{6038AA22-CD5E-4A92-9713-399E948C36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ce581-c5dd-45df-8b73-807903296d66"/>
    <ds:schemaRef ds:uri="798d76dd-9c18-4727-ae09-19b623de6e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9F1812-0FDE-453C-B41F-0C3A1AB141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E28AE7-0486-4435-ADFB-5AD17BF93EE7}">
  <ds:schemaRefs>
    <ds:schemaRef ds:uri="http://schemas.microsoft.com/office/2006/metadata/properties"/>
    <ds:schemaRef ds:uri="http://www.w3.org/XML/1998/namespace"/>
    <ds:schemaRef ds:uri="798d76dd-9c18-4727-ae09-19b623de6e33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a2ce581-c5dd-45df-8b73-807903296d66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Communication Channels</Template>
  <TotalTime>12</TotalTime>
  <Words>16</Words>
  <Application>Microsoft Macintosh PowerPoint</Application>
  <PresentationFormat>Grand écran</PresentationFormat>
  <Paragraphs>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Conception personnalisée</vt:lpstr>
      <vt:lpstr>Machine learning for sustainablity in Engineering Applications</vt:lpstr>
      <vt:lpstr>Introduction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BÉGUELIN Laurent</dc:creator>
  <cp:lastModifiedBy>BÉGUELIN Laurent</cp:lastModifiedBy>
  <cp:revision>2</cp:revision>
  <dcterms:created xsi:type="dcterms:W3CDTF">2026-03-25T15:35:13Z</dcterms:created>
  <dcterms:modified xsi:type="dcterms:W3CDTF">2026-03-29T20:52:55Z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0x0101001A2C46D925E49F44A3A7D1873A97B5D4</vt:lpwstr>
  </property>
</Properties>
</file>